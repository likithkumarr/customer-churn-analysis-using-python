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Churn Prediction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Using Machine Learning</a:t>
            </a:r>
          </a:p>
          <a:p>
            <a:r>
              <a:t>By Likith Kumar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Predict if a customer will churn to help telecom companies reduce revenue loss.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1000 rows</a:t>
            </a:r>
          </a:p>
          <a:p>
            <a:r>
              <a:t>Features: tenure, MonthlyCharges, TotalCharges, Contract, InternetService, Churn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Higher monthly charges increase churn</a:t>
            </a:r>
          </a:p>
          <a:p>
            <a:r>
              <a:t>- Month-to-month contracts churn more</a:t>
            </a:r>
          </a:p>
          <a:p>
            <a:r>
              <a:t>- Short tenure customers churn more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Handled missing values</a:t>
            </a:r>
          </a:p>
          <a:p>
            <a:r>
              <a:t>Encoded categorical variables</a:t>
            </a:r>
          </a:p>
          <a:p>
            <a:r>
              <a:t>Split data into train/test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Logistic Regression</a:t>
            </a:r>
          </a:p>
          <a:p>
            <a:r>
              <a:t>Simple, fast, interpretable binary classifier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Accuracy: ~75%</a:t>
            </a:r>
          </a:p>
          <a:p>
            <a:r>
              <a:t>Confusion Matrix</a:t>
            </a:r>
          </a:p>
          <a:p>
            <a:r>
              <a:t>Precision, Recall &amp; F1-score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Retention strategies for high-risk customers</a:t>
            </a:r>
          </a:p>
          <a:p>
            <a:r>
              <a:t>Improve long-term contracts</a:t>
            </a:r>
          </a:p>
          <a:p>
            <a:r>
              <a:t>Offer discounts to reduce churn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Outcome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Developed an ML model capable of predicting customer churn.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Try Random Forest, XGBoost</a:t>
            </a:r>
          </a:p>
          <a:p>
            <a:r>
              <a:t>Use SMOTE balancing</a:t>
            </a:r>
          </a:p>
          <a:p>
            <a:r>
              <a:t>Deploy model using Streamlit or Flask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